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Modifier le logiciel, le niveau, le titre et le nom du formateur. Le fond est une image : ne pas l'étirer.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stepbystep/out/office_assets/logo_horizontal_somb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3108960" cy="93268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057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518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FORMATION AUTOCAD · NIVEAU 1 · DÉCOUVRIR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423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AF7F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Dessiner son premier plan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91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C2B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Module 01 · Interface, lignes et calques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675120" y="6217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C958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Formateur : Prénom Nom  ·  Date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A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OBJECTIFS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À la fin de cette séance, vous saurez :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67665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FE8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322576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3225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35915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Vous repérer dans l'interface d'AutoCAD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67665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FE8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3511296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5112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54787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Tracer des lignes, cercles et rectangles précis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31520" y="4480560"/>
            <a:ext cx="67665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FE8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4700016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700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473659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Organiser votre dessin avec des calques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0194904" y="2103120"/>
            <a:ext cx="1235096" cy="47548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23541" y="2734056"/>
            <a:ext cx="1606459" cy="47548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81243" y="3364992"/>
            <a:ext cx="2048757" cy="47548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42975" y="3995928"/>
            <a:ext cx="2587025" cy="47548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4626864"/>
            <a:ext cx="3200400" cy="47548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0" y="5303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E5A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Durée : 2 h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5E5A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Prérequis : aucun</a:t>
            </a:r>
            <a:endParaRPr lang="en-US" sz="1400" dirty="0"/>
          </a:p>
        </p:txBody>
      </p:sp>
      <p:pic>
        <p:nvPicPr>
          <p:cNvPr id="22" name="Image 0" descr="/home/user/Claude/stepbystep/out/office_assets/logo_horizontal_cl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263640"/>
            <a:ext cx="1371600" cy="41148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114800" y="6336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E5A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Module · Titre du module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543032" y="6336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5A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A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PLAN DU MODULE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Cinq étapes, une à la fois.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5120640"/>
            <a:ext cx="2084832" cy="548640"/>
          </a:xfrm>
          <a:prstGeom prst="rect">
            <a:avLst/>
          </a:prstGeom>
          <a:solidFill>
            <a:srgbClr val="F5C518"/>
          </a:solidFill>
          <a:ln w="12700">
            <a:solidFill>
              <a:srgbClr val="EFE8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5230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61772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L'interface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07792" y="4736592"/>
            <a:ext cx="2084832" cy="932688"/>
          </a:xfrm>
          <a:prstGeom prst="rect">
            <a:avLst/>
          </a:prstGeom>
          <a:solidFill>
            <a:srgbClr val="111111"/>
          </a:solidFill>
          <a:ln w="12700">
            <a:solidFill>
              <a:srgbClr val="EFE8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90672" y="4846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907792" y="4233672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Les outils de dessin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84064" y="4352544"/>
            <a:ext cx="2084832" cy="1316736"/>
          </a:xfrm>
          <a:prstGeom prst="rect">
            <a:avLst/>
          </a:prstGeom>
          <a:solidFill>
            <a:srgbClr val="EFE8D8"/>
          </a:solidFill>
          <a:ln w="12700">
            <a:solidFill>
              <a:srgbClr val="EFE8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66944" y="44622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4" y="384962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La précision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60336" y="3968496"/>
            <a:ext cx="2084832" cy="1700784"/>
          </a:xfrm>
          <a:prstGeom prst="rect">
            <a:avLst/>
          </a:prstGeom>
          <a:solidFill>
            <a:srgbClr val="EFE8D8"/>
          </a:solidFill>
          <a:ln w="12700">
            <a:solidFill>
              <a:srgbClr val="EFE8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43216" y="40782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260336" y="3465576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Les calques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436608" y="3584448"/>
            <a:ext cx="2084832" cy="2084832"/>
          </a:xfrm>
          <a:prstGeom prst="rect">
            <a:avLst/>
          </a:prstGeom>
          <a:solidFill>
            <a:srgbClr val="EFE8D8"/>
          </a:solidFill>
          <a:ln w="12700">
            <a:solidFill>
              <a:srgbClr val="EFE8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19488" y="36941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436608" y="308152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Exercice final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Étape en cours en noir, étapes validées en or.</a:t>
            </a:r>
            <a:endParaRPr lang="en-US" sz="1400" dirty="0"/>
          </a:p>
        </p:txBody>
      </p:sp>
      <p:pic>
        <p:nvPicPr>
          <p:cNvPr id="20" name="Image 0" descr="/home/user/Claude/stepbystep/out/office_assets/logo_horizontal_cl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263640"/>
            <a:ext cx="1371600" cy="41148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114800" y="6336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E5A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Module · Titre du module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43032" y="6336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5A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F5C518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54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AF7F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Les outils de dessin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2B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Ligne, cercle, rectangle, polyligne : les gestes de base.</a:t>
            </a:r>
            <a:endParaRPr lang="en-US" sz="1800" dirty="0"/>
          </a:p>
        </p:txBody>
      </p:sp>
      <p:pic>
        <p:nvPicPr>
          <p:cNvPr id="5" name="Image 0" descr="/home/user/Claude/stepbystep/out/office_assets/logo_horizontal_somb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137160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114800" y="6336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C958A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Module · Titre du module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543032" y="6336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958A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A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02 — LES OUTILS DE DESSIN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Tracer une ligne précise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8928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Taper L puis Entrée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2860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A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commande LIGNE démarre.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986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Cliquer le point de départ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291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A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Ou saisir des coordonnées : 0,0.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931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9044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Saisir la longueur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297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A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Exemple : @500&lt;0 pour 500 mm à l'horizontale.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937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103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Valider avec Entrée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5303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A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ligne est tracée.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783080"/>
            <a:ext cx="5422392" cy="4114800"/>
          </a:xfrm>
          <a:prstGeom prst="roundRect">
            <a:avLst>
              <a:gd name="adj" fmla="val 1778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0" y="1783080"/>
            <a:ext cx="542239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5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Capture d'écran ici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C85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(clic droit › Modifier l'image)</a:t>
            </a:r>
            <a:endParaRPr lang="en-US" sz="1300" dirty="0"/>
          </a:p>
        </p:txBody>
      </p:sp>
      <p:pic>
        <p:nvPicPr>
          <p:cNvPr id="18" name="Image 0" descr="/home/user/Claude/stepbystep/out/office_assets/logo_horizontal_cl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263640"/>
            <a:ext cx="1371600" cy="41148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4114800" y="6336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E5A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Module · Titre du module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543032" y="6336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5A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10725912" cy="5303520"/>
          </a:xfrm>
          <a:prstGeom prst="roundRect">
            <a:avLst>
              <a:gd name="adj" fmla="val 2069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8872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À VOUS DE JOUER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417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AF7F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Exercice 1 · Le plan d'une pièce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33172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FAF7F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Dessinez une pièce de 4,00 × 3,50 m.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FAF7F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Ajoutez une porte de 0,90 m et une fenêtre de 1,20 m.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FAF7F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Placez murs, porte et fenêtre sur trois calques différents.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2286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5C518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 min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5029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9C2B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Validez chaque étape avec le formateur avant de passer à la suivante.</a:t>
            </a:r>
            <a:endParaRPr lang="en-US" sz="1400" dirty="0"/>
          </a:p>
        </p:txBody>
      </p:sp>
      <p:pic>
        <p:nvPicPr>
          <p:cNvPr id="8" name="Image 0" descr="/home/user/Claude/stepbystep/out/office_assets/logo_horizontal_cl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263640"/>
            <a:ext cx="137160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114800" y="6336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E5A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Module · Titre du module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543032" y="6336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5A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A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Trois réflexes pour un dessin propre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41071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FE8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331720"/>
            <a:ext cx="566928" cy="566928"/>
          </a:xfrm>
          <a:prstGeom prst="ellipse">
            <a:avLst/>
          </a:prstGeom>
          <a:solidFill>
            <a:srgbClr val="EEF6E8"/>
          </a:solidFill>
          <a:ln w="25400">
            <a:solidFill>
              <a:srgbClr val="5DB1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37F2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1546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Toujours saisir les cotes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9319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 jamais dessiner « à l'œil » : la précision se tape au clavier.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41071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FE8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331720"/>
            <a:ext cx="566928" cy="566928"/>
          </a:xfrm>
          <a:prstGeom prst="ellipse">
            <a:avLst/>
          </a:prstGeom>
          <a:solidFill>
            <a:srgbClr val="EEF6E8"/>
          </a:solidFill>
          <a:ln w="25400">
            <a:solidFill>
              <a:srgbClr val="5DB1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37F2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1546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Un calque par famille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9319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Murs, portes, cotations : chacun son calque, chacun sa couleur.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1071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FE8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331720"/>
            <a:ext cx="566928" cy="566928"/>
          </a:xfrm>
          <a:prstGeom prst="ellipse">
            <a:avLst/>
          </a:prstGeom>
          <a:solidFill>
            <a:srgbClr val="EEF6E8"/>
          </a:solidFill>
          <a:ln w="25400">
            <a:solidFill>
              <a:srgbClr val="5DB1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37F2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1546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Enregistrer souvent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9319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Ctrl + S toutes les 10 minutes, et une copie en fin de séance.</a:t>
            </a:r>
            <a:endParaRPr lang="en-US" sz="1400" dirty="0"/>
          </a:p>
        </p:txBody>
      </p:sp>
      <p:pic>
        <p:nvPicPr>
          <p:cNvPr id="19" name="Image 0" descr="/home/user/Claude/stepbystep/out/office_assets/logo_horizontal_cl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263640"/>
            <a:ext cx="1371600" cy="41148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4114800" y="6336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E5A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Module · Titre du module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543032" y="6336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5A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stepbystep/out/office_assets/logo_principal_somb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822960"/>
            <a:ext cx="2926080" cy="322600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1887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AF7F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Étape validée !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148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5C51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Prochaine marche : Module 02 · La cotation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017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AF7F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step.by.step.academy4@gmail.com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AF7F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+223 89 48 33 27 · WhatsApp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Step by Step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by Step Academy — Support de cours</dc:title>
  <dc:subject>PptxGenJS Presentation</dc:subject>
  <dc:creator>PptxGenJS</dc:creator>
  <cp:lastModifiedBy>PptxGenJS</cp:lastModifiedBy>
  <cp:revision>1</cp:revision>
  <dcterms:created xsi:type="dcterms:W3CDTF">2026-09-28T14:08:25Z</dcterms:created>
  <dcterms:modified xsi:type="dcterms:W3CDTF">2026-09-28T14:08:25Z</dcterms:modified>
</cp:coreProperties>
</file>