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Remplacer « Prénom Nom » par le nom du présentateur. Le fond et le logo sont des images : ne pas les étirer.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illustratifs, à adapter à l'avancement réel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Remplacer l'adresse e-mail et le numéro par les vraies coordonnées.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877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PRÉSENTATION DU PROJET · 2026</a:t>
            </a:r>
            <a:endParaRPr lang="en-US" sz="1100" dirty="0"/>
          </a:p>
        </p:txBody>
      </p:sp>
      <p:pic>
        <p:nvPicPr>
          <p:cNvPr id="3" name="Image 0" descr="/home/user/Claude/logo/out/pptx_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5669280" cy="107007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F0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 ferraillage assisté pour AutoCAD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3A56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L'intelligence de l'armature.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7C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Prénom Nom · Fondateur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5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 que nous allons voir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DE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77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 constat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26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ferraillage, une tâche longue et répétitive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65176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DE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77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 solution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4526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 outils AutoLISP, puis un vrai plugin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DE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77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 feuille de route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526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Quatre étapes, barre après barre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0" y="265176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DE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77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L'ambition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4526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Une IA qui assiste l'ingénieur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CIVREBAR AI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543032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877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3F0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 constat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3A56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Pourquoi le ferraillage mérite de meilleurs outils.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8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CIVREBAR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5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LE CONSTAT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Dessiner une armature prend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 heures. Elle ne pardonne rien.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Une tâche répétitive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986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Chaque poutre, poteau ou semelle se redessine barre par barre, cadre par cadre.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 risque d'erreur réel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416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espacement mal reporté ou une cote oubliée se paie sur le chantier.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 outils peu adaptés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1846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AutoCAD dessine tout, mais ne connaît rien au béton armé.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2377440"/>
            <a:ext cx="4965192" cy="3611880"/>
          </a:xfrm>
          <a:prstGeom prst="roundRect">
            <a:avLst>
              <a:gd name="adj" fmla="val 2025"/>
            </a:avLst>
          </a:prstGeom>
          <a:solidFill>
            <a:srgbClr val="0B1624"/>
          </a:solidFill>
          <a:ln w="12700">
            <a:solidFill>
              <a:srgbClr val="0B16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377440"/>
            <a:ext cx="4965192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7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Remplacer par une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6677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(clic droit › Modifier l'image)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CIVREBAR AI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543032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5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LA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Une commande, un dessin complet.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410712" cy="3291840"/>
          </a:xfrm>
          <a:prstGeom prst="roundRect">
            <a:avLst>
              <a:gd name="adj" fmla="val 2222"/>
            </a:avLst>
          </a:prstGeom>
          <a:solidFill>
            <a:srgbClr val="0B1624"/>
          </a:solidFill>
          <a:ln w="12700">
            <a:solidFill>
              <a:srgbClr val="0B16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5603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3A5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1148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commande pour dessiner le ferraillage d'une poutre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3410712" cy="3291840"/>
          </a:xfrm>
          <a:prstGeom prst="roundRect">
            <a:avLst>
              <a:gd name="adj" fmla="val 2222"/>
            </a:avLst>
          </a:prstGeom>
          <a:solidFill>
            <a:srgbClr val="0B1624"/>
          </a:solidFill>
          <a:ln w="12700">
            <a:solidFill>
              <a:srgbClr val="0B16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5603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3A5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</a:t>
            </a:r>
            <a:endParaRPr lang="en-US" sz="9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41148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éléments visés : poutre, poteau, dalle, semelle, escalier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2286000"/>
            <a:ext cx="3410712" cy="3291840"/>
          </a:xfrm>
          <a:prstGeom prst="roundRect">
            <a:avLst>
              <a:gd name="adj" fmla="val 2222"/>
            </a:avLst>
          </a:prstGeom>
          <a:solidFill>
            <a:srgbClr val="0B1624"/>
          </a:solidFill>
          <a:ln w="12700">
            <a:solidFill>
              <a:srgbClr val="0B16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5603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3A5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</a:t>
            </a:r>
            <a:endParaRPr lang="en-US" sz="9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41148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0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barre redessinée à la main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CIVREBAR AI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543032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5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LA FEUILLE DE ROUTE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Barre après barre.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10725912" cy="0"/>
          </a:xfrm>
          <a:prstGeom prst="line">
            <a:avLst/>
          </a:prstGeom>
          <a:noFill/>
          <a:ln w="63500">
            <a:solidFill>
              <a:srgbClr val="C877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935224"/>
            <a:ext cx="256032" cy="256032"/>
          </a:xfrm>
          <a:prstGeom prst="ellipse">
            <a:avLst/>
          </a:prstGeom>
          <a:solidFill>
            <a:srgbClr val="0B16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5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AutoLISP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script par élément. Premier objectif : la poutre.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2935224"/>
            <a:ext cx="256032" cy="256032"/>
          </a:xfrm>
          <a:prstGeom prst="ellipse">
            <a:avLst/>
          </a:prstGeom>
          <a:solidFill>
            <a:srgbClr val="0B16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5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Boîte à outils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4572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Tous les scripts sous un seul menu CivRebar AI.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2935224"/>
            <a:ext cx="256032" cy="256032"/>
          </a:xfrm>
          <a:prstGeom prst="ellipse">
            <a:avLst/>
          </a:prstGeom>
          <a:solidFill>
            <a:srgbClr val="0B16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5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Plugin AutoCAD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572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onglet dans le ruban, une interface soignée.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06840" y="2880360"/>
            <a:ext cx="365760" cy="365760"/>
          </a:xfrm>
          <a:prstGeom prst="ellipse">
            <a:avLst/>
          </a:prstGeom>
          <a:solidFill>
            <a:srgbClr val="35D0D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55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6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Intelligence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45720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Quantitatifs, vérifications, lien avec Robot, assistant IA.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74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NOUS SOMMES ICI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CIVREBAR 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43032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877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— L'AMBITION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8686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dirty="0">
                <a:solidFill>
                  <a:srgbClr val="F3F0E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« Une intelligence qui assiste,</a:t>
            </a:r>
            <a:endParaRPr lang="en-US" sz="4400" dirty="0"/>
          </a:p>
          <a:p>
            <a:pPr indent="0" marL="0">
              <a:buNone/>
            </a:pPr>
            <a:r>
              <a:rPr lang="en-US" sz="4400" i="1" dirty="0">
                <a:solidFill>
                  <a:srgbClr val="F3F0E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sans jamais remplacer,</a:t>
            </a:r>
            <a:endParaRPr lang="en-US" sz="4400" dirty="0"/>
          </a:p>
          <a:p>
            <a:pPr indent="0" marL="0">
              <a:buNone/>
            </a:pPr>
            <a:r>
              <a:rPr lang="en-US" sz="4400" i="1" dirty="0">
                <a:solidFill>
                  <a:srgbClr val="F3F0E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celui qui signe le plan. »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877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promesse CivRebar 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355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C8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CIVREBAR 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8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logo/out/pptx_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5669280" cy="10700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F0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Merci.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contact@civrebar.ai  ·  +225 00 00 00 00 00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CivRebar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CivRebar AI — Présentation</dc:title>
  <dc:subject>PptxGenJS Presentation</dc:subject>
  <dc:creator>PptxGenJS</dc:creator>
  <cp:lastModifiedBy>PptxGenJS</cp:lastModifiedBy>
  <cp:revision>1</cp:revision>
  <dcterms:created xsi:type="dcterms:W3CDTF">2026-09-28T11:41:22Z</dcterms:created>
  <dcterms:modified xsi:type="dcterms:W3CDTF">2026-09-28T11:41:22Z</dcterms:modified>
</cp:coreProperties>
</file>